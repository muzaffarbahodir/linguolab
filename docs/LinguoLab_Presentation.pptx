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4389120" cy="438912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8BFA"/>
                </a:solidFill>
              </a:rPr>
              <a:t>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Языковой учебный центр внутри Telegram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пробного урока до сертификата — обучение, расписание, оплата и аналитика в одном приложении.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 Mini App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50292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RU · UZ · 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50292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50292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UZS · USD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LinguoLab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приложение — весь учебный центр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385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 в одном приложении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385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724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языка интерфейса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9385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2724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экранов и функций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358384" cy="2651760"/>
          </a:xfrm>
          <a:prstGeom prst="roundRect">
            <a:avLst>
              <a:gd name="adj" fmla="val 344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82219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22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84048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Полный цикл обучения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590288"/>
            <a:ext cx="4809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Пробный урок → тест уровня (CEFR)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на курс и оплата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Уроки, ДЗ, посещаемость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A1–C2 в конце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3566160"/>
            <a:ext cx="5358384" cy="2651760"/>
          </a:xfrm>
          <a:prstGeom prst="roundRect">
            <a:avLst>
              <a:gd name="adj" fmla="val 344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822192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22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42048" y="384048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установки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3096" y="4590288"/>
            <a:ext cx="4809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прямо в Telegram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Telegram-аккаунту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в чат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любом телефоне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ролей — один интерфейс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подстраивается под того, кто вошёл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Студент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Учится, записывается,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платит, сдаёт ДЗ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85816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Родитель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 за прогрессом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ребёнка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039112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👨‍🏫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79992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Учитель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Классы, посещаемость,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ДЗ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297680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Менеджер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зачисления,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тикеты, студенты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4256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297680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85816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Админ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26864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финансы, рассылки,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28432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297680"/>
            <a:ext cx="658368" cy="658368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79992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Супер-админ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аудит, настройки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Студент — путь от заявки до сертификата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11296" cy="1965960"/>
          </a:xfrm>
          <a:prstGeom prst="roundRect">
            <a:avLst>
              <a:gd name="adj" fmla="val 4651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4708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8653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Пробный урок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в один тап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554480"/>
            <a:ext cx="3511296" cy="1965960"/>
          </a:xfrm>
          <a:prstGeom prst="roundRect">
            <a:avLst>
              <a:gd name="adj" fmla="val 4651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84708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85816" y="18653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Тест уровня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85816" y="242316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A1–C2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8432" y="1554480"/>
            <a:ext cx="3511296" cy="1965960"/>
          </a:xfrm>
          <a:prstGeom prst="roundRect">
            <a:avLst>
              <a:gd name="adj" fmla="val 4651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4708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79992" y="18653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Запись на курс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79992" y="242316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шага + лист ожидания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511296" cy="1965960"/>
          </a:xfrm>
          <a:prstGeom prst="roundRect">
            <a:avLst>
              <a:gd name="adj" fmla="val 4651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04164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0599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 Оплата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461772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/ Click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4256" y="3749040"/>
            <a:ext cx="3511296" cy="1965960"/>
          </a:xfrm>
          <a:prstGeom prst="roundRect">
            <a:avLst>
              <a:gd name="adj" fmla="val 4651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04164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85816" y="40599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Учёба и ДЗ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85816" y="461772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Уроки, оценки, посещаемость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28432" y="3749040"/>
            <a:ext cx="3511296" cy="1965960"/>
          </a:xfrm>
          <a:prstGeom prst="roundRect">
            <a:avLst>
              <a:gd name="adj" fmla="val 4651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04164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79992" y="40599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Сертификат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79992" y="461772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по уровню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Студент — что внутри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экранов: всё для учёбы и самоконтроля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Главная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Прогресс, ближайший урок,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действия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039112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53128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Расписание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94176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Уроки, оценка учителя,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посещаемости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14616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Курсы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Фильтр, статусы,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/ лист ожидания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24544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2039112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76104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Домашка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+ файл, дедлайны,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и фидбэк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4297680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91640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Посещаемость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по классам,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 / опоздал / пропуск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01568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4297680"/>
            <a:ext cx="658368" cy="658368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453128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Достижения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94176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Ачивки и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 PDF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63056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19088" y="4297680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14616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Рефералы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55664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Код-приглашение,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бонусные дни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24544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80576" y="4297680"/>
            <a:ext cx="658368" cy="6583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80576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976104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Поддержка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17152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Тикеты в один тап,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обращений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Родитель — прозрачность прогресса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по коду-приглашению от ребёнка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58384" cy="4297680"/>
          </a:xfrm>
          <a:prstGeom prst="roundRect">
            <a:avLst>
              <a:gd name="adj" fmla="val 212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Кабинет родителя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детей в одном кабинете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классы каждого ребёнка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Уведомления: пропуск, новое ДЗ, оценка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преподавателей с рейтингом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ребёнка — по коду от ученика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358384" cy="4297680"/>
          </a:xfrm>
          <a:prstGeom prst="roundRect">
            <a:avLst>
              <a:gd name="adj" fmla="val 212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42048" y="20574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Аналитика ребёнка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2807208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кольцевых графика: посещаемость,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оценка, выполнение ДЗ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в классе 🥇 и по уровню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CEFR со шкалой A1 → C2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Вкладки: обзор · посещаемость · ДЗ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и комментарии учителя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Учитель — полный контроль класса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рутины, больше преподавания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Кабинет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сегодня,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на проверке, классы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85816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Класс (3 вкладки)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· студенты · ДЗ,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автогенерация расписания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79992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Посещаемость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группы разом,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присутствуют»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297680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Проверка ДЗ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0–100,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комментарий, файлы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4256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297680"/>
            <a:ext cx="658368" cy="658368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85816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Профиль и рейтинг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26864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Звёзды, отзывы,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бейджи-достижения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28432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297680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79992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Заявки на курсы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Предложить новый курс →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одобрение админом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Админ-панель — управление центром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· Админ · Супер-админ — доступ по уровням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Дашборд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Виджеты, алерты,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предпросмотр ролей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039112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53128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Пользователи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94176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ролей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14616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Классы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семестра,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расписание, цены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24544" y="1783080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2039112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76104" y="2057400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Зачисления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807208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отчислить / перевод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4297680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91640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Сертификаты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по классу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поиском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01568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4297680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453128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Финансы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94176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Выручка, графики,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63056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19088" y="4297680"/>
            <a:ext cx="658368" cy="658368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14616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Аналитика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55664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зачислений,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выручка, студенты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24544" y="4041648"/>
            <a:ext cx="25968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80576" y="4297680"/>
            <a:ext cx="658368" cy="6583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80576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976104" y="4315968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Рассылка + Аудит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17152" y="5065776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всем,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Платежи и безопасность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и данные под защитой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58384" cy="4297680"/>
          </a:xfrm>
          <a:prstGeom prst="roundRect">
            <a:avLst>
              <a:gd name="adj" fmla="val 212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Платежи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Провайдеры: Payme, Click (расширяемо)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в сумах или долларах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двойного списания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Автоактивация записи после оплаты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 по активным записям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платежей со статусами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358384" cy="4297680"/>
          </a:xfrm>
          <a:prstGeom prst="roundRect">
            <a:avLst>
              <a:gd name="adj" fmla="val 212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39112"/>
            <a:ext cx="658368" cy="658368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42048" y="20574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2807208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только через подпись Telegram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доступа по ролям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неактивных пользователей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подписи провайдера (fail-closed)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суммы платежа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 всех действий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надёжный стек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WebApp SDK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039112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85816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NestJS, PostgreSQL,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ORM, Redis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783080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79992" y="20574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Платежи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80720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Payme, Click,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 Soliq (фискализация)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297680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Деплой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автодеплой при пуше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4256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297680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85816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Локализация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26864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react-i18next,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 на лету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28432" y="4041648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297680"/>
            <a:ext cx="658368" cy="658368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4297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79992" y="431596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Платформа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065776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 + тема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Премиальный дизайн и доступность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деталь — на уровне лучших приложений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58384" cy="4297680"/>
          </a:xfrm>
          <a:prstGeom prst="roundRect">
            <a:avLst>
              <a:gd name="adj" fmla="val 212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658368" cy="658368"/>
          </a:xfrm>
          <a:prstGeom prst="ellipse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Премиум-ощущение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«Liquid glass» тёмная тема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Каскадное появление списков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Тактильный отклик (вибрация)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Shimmer-загрузки, не пустые экраны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Иллюстрированные пустые состояния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Плавная микро-анимация нажатий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358384" cy="4297680"/>
          </a:xfrm>
          <a:prstGeom prst="roundRect">
            <a:avLst>
              <a:gd name="adj" fmla="val 2128"/>
            </a:avLst>
          </a:prstGeom>
          <a:solidFill>
            <a:srgbClr val="1E2A3A"/>
          </a:solidFill>
          <a:ln w="12700">
            <a:solidFill>
              <a:srgbClr val="24324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39112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42048" y="205740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Доступность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2807208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«уменьшить движение»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«уменьшить прозрачность»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дальтоников: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дублируются иконками,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цветом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под бюджетные Android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C5CE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LinguoLab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центр, который помещается в Telegram.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учатся · родители следят · учителя ведут · администрация управляет — в одном приложении.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8BFA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LinguoLab — Презентация</dc:title>
  <dc:subject>PptxGenJS Presentation</dc:subject>
  <dc:creator>LinguoLab</dc:creator>
  <cp:lastModifiedBy>LinguoLab</cp:lastModifiedBy>
  <cp:revision>1</cp:revision>
  <dcterms:created xsi:type="dcterms:W3CDTF">2026-06-18T07:41:44Z</dcterms:created>
  <dcterms:modified xsi:type="dcterms:W3CDTF">2026-06-18T07:41:44Z</dcterms:modified>
</cp:coreProperties>
</file>